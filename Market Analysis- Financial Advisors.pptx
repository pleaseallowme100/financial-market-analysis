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Storytelling for Financial Advisors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concise review of dataset structure, trends, and business-ready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Approach and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Explored core business questions and dataset health</a:t>
            </a:r>
          </a:p>
          <a:p>
            <a:pPr/>
            <a:r>
              <a:t>Segmented observations by case status, employment type, experience, and education</a:t>
            </a:r>
          </a:p>
          <a:p>
            <a:pPr/>
            <a:r>
              <a:t>Focused on patterns relevant to financial planning, compliance, and operational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Outcome Trends</a:t>
            </a:r>
          </a:p>
        </p:txBody>
      </p:sp>
      <p:pic>
        <p:nvPicPr>
          <p:cNvPr id="3" name="Picture 2" descr="findings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Employment and Resource Profile</a:t>
            </a:r>
          </a:p>
        </p:txBody>
      </p:sp>
      <p:pic>
        <p:nvPicPr>
          <p:cNvPr id="3" name="Picture 2" descr="findings_em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Experience and Education Patterns</a:t>
            </a:r>
          </a:p>
        </p:txBody>
      </p:sp>
      <p:pic>
        <p:nvPicPr>
          <p:cNvPr id="3" name="Picture 2" descr="status_by_exper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2571750"/>
          </a:xfrm>
          <a:prstGeom prst="rect">
            <a:avLst/>
          </a:prstGeom>
        </p:spPr>
      </p:pic>
      <p:pic>
        <p:nvPicPr>
          <p:cNvPr id="4" name="Picture 3" descr="demographics_edu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 and Opportunity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High-level insights for advisors and hiring managers</a:t>
            </a:r>
          </a:p>
          <a:p>
            <a:pPr/>
            <a:r>
              <a:t>A strong majority of positive outcomes are associated with structured employment pathways</a:t>
            </a:r>
          </a:p>
          <a:p>
            <a:pPr/>
            <a:r>
              <a:t>Experience and education distribution suggests opportunity for targeted upskilling</a:t>
            </a:r>
          </a:p>
          <a:p>
            <a:pPr/>
            <a:r>
              <a:t>Monitoring case/status mix can help reduce operational exposure and improve forecast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Recommended focus areas for financial advisory and employer readiness</a:t>
            </a:r>
          </a:p>
          <a:p>
            <a:pPr/>
            <a:r>
              <a:t>Use dashboarding on outcome status and employment type to spot process bottlenecks</a:t>
            </a:r>
          </a:p>
          <a:p>
            <a:pPr/>
            <a:r>
              <a:t>Align training investment with the most common education and experience cohorts</a:t>
            </a:r>
          </a:p>
          <a:p>
            <a:pPr/>
            <a:r>
              <a:t>Build narrative summaries around successful applicant profiles and risk controls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